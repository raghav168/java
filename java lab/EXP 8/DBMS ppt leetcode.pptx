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39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2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01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12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09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061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6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892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02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2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F8EA241-61C8-4218-B115-751457D0DBA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D5E3691-E61F-437F-B33B-0234BEC6975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D285-D206-4DD2-BD07-C2E0ACD7A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DBMS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BC052-FF91-48AD-AD26-875B4FAD74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LEETCODE SQL QUESTIONS</a:t>
            </a:r>
          </a:p>
        </p:txBody>
      </p:sp>
    </p:spTree>
    <p:extLst>
      <p:ext uri="{BB962C8B-B14F-4D97-AF65-F5344CB8AC3E}">
        <p14:creationId xmlns:p14="http://schemas.microsoft.com/office/powerpoint/2010/main" val="2476387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5CA60A-B4E5-4DC2-B002-DB665EDBC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611" y="387151"/>
            <a:ext cx="7580256" cy="557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5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BE4120-041D-4BE1-9C5F-EB33AC1EB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93" y="579012"/>
            <a:ext cx="10980456" cy="1007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D48D64-B4B6-4862-A3BE-E61935885BBA}"/>
              </a:ext>
            </a:extLst>
          </p:cNvPr>
          <p:cNvSpPr txBox="1"/>
          <p:nvPr/>
        </p:nvSpPr>
        <p:spPr>
          <a:xfrm>
            <a:off x="1389530" y="4661647"/>
            <a:ext cx="7539317" cy="290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48C2CC3-E392-44F7-ABFC-D151F5654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10" y="2063763"/>
            <a:ext cx="10206182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query selects all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distinct authors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author_id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the same as their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viewer_id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meaning they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viewed at least one of their own articles.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DISTINCT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removes duplicates so each author appears only once.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Finally, results are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sorted by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ascending order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99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018AE1-26F1-43D4-BBD5-0A0B4D50D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0" y="1261372"/>
            <a:ext cx="5767771" cy="39471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0F275F-A499-4FDF-A47C-FB9DBB479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731" y="1424716"/>
            <a:ext cx="6225269" cy="336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47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6D097D-8E1D-4F6D-8FE9-87A3FDC8A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208" y="233214"/>
            <a:ext cx="5704118" cy="259066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475F607-5783-4F2B-BB9F-55064DF36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451" y="3212104"/>
            <a:ext cx="877563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query retrieves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each sale.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joins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 with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 using the common column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match sales data with product details.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helps display readable product information along with its sales records.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981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194BFB-35A7-4668-A237-089659D0E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0" y="285311"/>
            <a:ext cx="8278380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68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1DE4BC-B0B0-45BC-AB84-361F4CB3B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812" y="308323"/>
            <a:ext cx="5426461" cy="220257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6516C17-0523-4ABF-ABBC-6E23BEC08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3048934"/>
            <a:ext cx="1160033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SQL query finds managers who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least five direct reports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joins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Employee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 to itself —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represents managers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represents their direct reports — using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e1.id = e2.managerId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Then, it groups results by each manager’s ID and name, and uses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HAVING COUNT(e2.id) &gt;= 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filter only those managers who supervise five or more employees.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Finally, it selects and displays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names of such managers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8747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7E96E3-9D70-484E-BB63-E917EF5D2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101" y="246644"/>
            <a:ext cx="7947797" cy="605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85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730EA5-16BD-4A70-9838-FA1FD6B25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20" y="160644"/>
            <a:ext cx="7944959" cy="230537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3CB32BE-87CB-419E-BE2C-147C5B548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188" y="3242520"/>
            <a:ext cx="10479741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calculates key transaction metrics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grouped by month and country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DATE_FORMAT(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trans_date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'%Y-%m')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extract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 and month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grouping.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COUNT(id)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gets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number of transactions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trans_count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SUM(state = 'approved')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counts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approved transactions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approved_count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because MySQL treats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boolean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expression as 1 for true and 0 for false.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SUM(amount)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amount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approved amount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respectively.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9607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</TotalTime>
  <Words>305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Retrospect</vt:lpstr>
      <vt:lpstr>DBMS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</dc:title>
  <dc:creator>Priyal 24csu161</dc:creator>
  <cp:lastModifiedBy>Priyal 24csu161</cp:lastModifiedBy>
  <cp:revision>4</cp:revision>
  <dcterms:created xsi:type="dcterms:W3CDTF">2025-10-29T05:57:58Z</dcterms:created>
  <dcterms:modified xsi:type="dcterms:W3CDTF">2025-10-29T06:42:43Z</dcterms:modified>
</cp:coreProperties>
</file>